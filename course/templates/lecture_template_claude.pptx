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2711" autoAdjust="0"/>
  </p:normalViewPr>
  <p:slideViewPr>
    <p:cSldViewPr snapToGrid="0">
      <p:cViewPr varScale="1">
        <p:scale>
          <a:sx n="122" d="100"/>
          <a:sy n="122" d="100"/>
        </p:scale>
        <p:origin x="24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840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85C947-9DFC-203B-E2E2-BA6D8D3236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B5405-1D5A-B7A3-D34C-D62F93A33B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8F6E1-6A29-0D47-9524-592289E8706A}" type="datetimeFigureOut">
              <a:rPr lang="en-TR" smtClean="0"/>
              <a:t>5.10.2026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19806-0998-4E68-6780-6D2E54A45B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9129B-CB14-EFF5-93FB-3D58A8F4CD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91631-964F-B84D-AF75-57FD25069B71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1965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36655-F2A8-4526-A2FA-3DAFEA4EB1E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9C293-C9B0-4C5E-B53A-0F5C77DB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5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200" y="1872000"/>
            <a:ext cx="11745612" cy="1440000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200" y="3456000"/>
            <a:ext cx="11745612" cy="1080000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400">
                <a:solidFill>
                  <a:srgbClr val="595959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71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52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00" y="2160000"/>
            <a:ext cx="11745612" cy="1440000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48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200" y="3744000"/>
            <a:ext cx="11745612" cy="900000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400">
                <a:solidFill>
                  <a:srgbClr val="59595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3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200" y="808322"/>
            <a:ext cx="5728806" cy="5761678"/>
          </a:xfrm>
        </p:spPr>
        <p:txBody>
          <a:bodyPr lIns="0" tIns="0" rIns="0" bIns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6" y="808322"/>
            <a:ext cx="5728806" cy="5761678"/>
          </a:xfrm>
        </p:spPr>
        <p:txBody>
          <a:bodyPr lIns="0" tIns="0" rIns="0" bIns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7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200" y="808322"/>
            <a:ext cx="5728806" cy="396000"/>
          </a:xfrm>
        </p:spPr>
        <p:txBody>
          <a:bodyPr lIns="0" tIns="0" rIns="0" bIns="0"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200" y="1276322"/>
            <a:ext cx="5728806" cy="5293678"/>
          </a:xfrm>
        </p:spPr>
        <p:txBody>
          <a:bodyPr lIns="0" tIns="0" rIns="0" bIns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0006" y="808322"/>
            <a:ext cx="5728806" cy="396000"/>
          </a:xfrm>
        </p:spPr>
        <p:txBody>
          <a:bodyPr lIns="0" tIns="0" rIns="0" bIns="0"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0006" y="1276322"/>
            <a:ext cx="5728806" cy="5293678"/>
          </a:xfrm>
        </p:spPr>
        <p:txBody>
          <a:bodyPr lIns="0" tIns="0" rIns="0" bIns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90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6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0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40006" y="808322"/>
            <a:ext cx="5728806" cy="57616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200" y="808322"/>
            <a:ext cx="5728806" cy="5761678"/>
          </a:xfrm>
        </p:spPr>
        <p:txBody>
          <a:bodyPr lIns="0" tIns="0" rIns="0" bIns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69127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200" y="126000"/>
            <a:ext cx="11745612" cy="4572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200" y="808322"/>
            <a:ext cx="11745612" cy="576167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rule"/>
          <p:cNvSpPr/>
          <p:nvPr/>
        </p:nvSpPr>
        <p:spPr>
          <a:xfrm>
            <a:off x="0" y="682261"/>
            <a:ext cx="12192012" cy="2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5" name="Footer text"/>
          <p:cNvSpPr txBox="1"/>
          <p:nvPr/>
        </p:nvSpPr>
        <p:spPr>
          <a:xfrm>
            <a:off x="223200" y="6624000"/>
            <a:ext cx="4320000" cy="1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dirty="0">
                <a:solidFill>
                  <a:srgbClr val="595959"/>
                </a:solidFill>
              </a:rPr>
              <a:t>COMP438/538 · Fall 2026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888812" y="6624000"/>
            <a:ext cx="1080000" cy="1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B6F15528-21DE-4FAA-801E-634DDDAF4B2B}" type="slidenum">
              <a:rPr lang="en-US" sz="1000" dirty="0">
                <a:solidFill>
                  <a:srgbClr val="595959"/>
                </a:solidFill>
              </a:rPr>
              <a:t>‹#›</a:t>
            </a:fld>
            <a:endParaRPr lang="en-US" sz="10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29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Clr>
          <a:srgbClr val="C000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8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7F7F7F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29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1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1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81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281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281600" indent="-228600" algn="l" defTabSz="914400" rtl="0" eaLnBrk="1" latinLnBrk="0" hangingPunct="1">
        <a:lnSpc>
          <a:spcPct val="100000"/>
        </a:lnSpc>
        <a:spcBef>
          <a:spcPts val="200"/>
        </a:spcBef>
        <a:buClr>
          <a:srgbClr val="7F7F7F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· term ·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Title and Content — default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1: 24 pt, red bullet at the title’s left edge</a:t>
            </a:r>
          </a:p>
          <a:p>
            <a:pPr lvl="1"/>
            <a:r>
              <a:t>Level 2: 20 pt, grey dash</a:t>
            </a:r>
          </a:p>
          <a:p>
            <a:pPr lvl="2"/>
            <a:r>
              <a:t>Level 3: 18 pt</a:t>
            </a:r>
          </a:p>
          <a:p>
            <a:r>
              <a:t>Title box: 6.2 mm from left, 3.5 mm from top, 12.7 mm high</a:t>
            </a:r>
          </a:p>
          <a:p>
            <a:r>
              <a:t>Rule: 17.20–17.95 mm; body starts at 21.45 mm</a:t>
            </a:r>
          </a:p>
          <a:p>
            <a:r>
              <a:t>Body: 326.3 × 161.1 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Short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Left column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Right 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Left content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Right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t>Right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Title Only — free layout area below the rule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Title, Bullets &amp; Photo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Bullets on the left; picture placeholder on the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438 lecture (Claude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26214</TotalTime>
  <Words>115</Words>
  <Application>Microsoft Macintosh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COMP438 lecture (Claude)</vt:lpstr>
      <vt:lpstr>Lecture title</vt:lpstr>
      <vt:lpstr>Title and Content — default content layout</vt:lpstr>
      <vt:lpstr>Section header</vt:lpstr>
      <vt:lpstr>Two Content</vt:lpstr>
      <vt:lpstr>Comparison</vt:lpstr>
      <vt:lpstr>Title Only — free layout area below the rule</vt:lpstr>
      <vt:lpstr>PowerPoint Presentation</vt:lpstr>
      <vt:lpstr>Title, Bullets &amp; Photo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COMP438/538 lecture template</dc:title>
  <dc:creator>baakgun</dc:creator>
  <cp:lastModifiedBy>Barış Akgün</cp:lastModifiedBy>
  <cp:revision>354</cp:revision>
  <dcterms:created xsi:type="dcterms:W3CDTF">2016-09-25T18:05:08Z</dcterms:created>
  <dcterms:modified xsi:type="dcterms:W3CDTF">2026-10-05T12:00:47Z</dcterms:modified>
</cp:coreProperties>
</file>